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081967" cy="370332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Schulvorstellung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Mathsachs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Mathe üben nach Lehrplan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7E4F2"/>
                </a:solidFill>
                <a:latin typeface="Calibri"/>
                <a:ea typeface="Calibri"/>
                <a:cs typeface="Calibri"/>
              </a:rPr>
              <a:t>Gymnasium und Oberschule Sachsen  ·  Hauptschul- und Realschulbildungsgang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Linus und Matthias Ulrich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Aktuelle Version  v0.1.42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Kurz erklärt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Was ist Mathsachs?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4F2"/>
                </a:solidFill>
                <a:latin typeface="Calibri"/>
                <a:ea typeface="Calibri"/>
                <a:cs typeface="Calibri"/>
              </a:rPr>
              <a:t>Mathsachs ist ein Übungsprogramm für Mathe nach dem sächsischen Lehrplan – fürs Gymnasium und die Oberschule.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287121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88950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81635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Ihr wählt ein Lehrplan-Thema und übt sofort.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1129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373075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4904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67588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Ihr seht direkt, ob die Lösung stimmt.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7083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459028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60857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53542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Bei Fehlern gibt es den Weg Schritt für Schritt.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Am Bildschirm oder auf Papier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 übst du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55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81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Thema aus dem Lehrplan wählen.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6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96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14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41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Aufgabe lösen – die Auswertung kommt sofort.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335584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7413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30098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Erklärung anzeigen, wenn etwas nicht klappt.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95928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215384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33672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6052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Oder: Übungsblatt mit Lösungen drucken.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Dein Üben bleibt sichtbar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Punkte und Fortschritt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55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81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 Protokoll siehst du den Stand je Thema und die Gesamtpunktzahl.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6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96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14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41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Mehrere Personen am selben Gerät: „Wer übt heute?“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335584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7413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30098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Optional: Punkte anonym an die Klasse senden.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95928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215384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33672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6052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 Schul-PC und auf Tablets im WLAN gilt derselbe Stand.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Gemeinsam ein 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55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81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Lehrerin oder Lehrer startet eine Challenge für die Klasse.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6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96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14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41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Ihr übt festgelegte Themen in einem Zeitraum.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335584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7413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30098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Die Punkte zählen extra für die Challenge.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95928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215384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33672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6052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Online sieht man nur Summen – keine Schülernamen.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Klassencode – kurz für 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Gemeinsam in der Klasse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55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81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Die Klasse bekommt einen Klassencode.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6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96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14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41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Punkte kann man an die Klasse schicken – freiwillig.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335584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7413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30098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Online stehen nur Klassenname und Punktesumme.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95928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215384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33672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6052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Rollen in der App: Schüler, Eltern, Klassenlehrer, Lehrer.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Kein Name auf dem Klassenserver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Datenschutz in einem Satz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1965960"/>
          </a:xfrm>
          <a:prstGeom prst="roundRect">
            <a:avLst>
              <a:gd name="adj" fmla="val 6000"/>
            </a:avLst>
          </a:prstGeom>
          <a:solidFill>
            <a:srgbClr val="14325C"/>
          </a:solidFill>
          <a:ln w="1270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Auf dem Klassenserver stehen keine Namen, keine Benutzer-IDs und keine E-Mails – nur der Klassenname und anonyme Punktesummen.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03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3922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941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867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Der Klassencode bleibt in der Klasse – er ist das Geheimnis.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62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4782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800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727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 der App steht der Hinweis unter Datenschutz.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Danke!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Wer hat uns unterstützt?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4F2"/>
                </a:solidFill>
                <a:latin typeface="Calibri"/>
                <a:ea typeface="Calibri"/>
                <a:cs typeface="Calibri"/>
              </a:rPr>
              <a:t>Zwei Unterstützer aus Delitzsch stehen in der Fußzeile der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349240" cy="3520440"/>
          </a:xfrm>
          <a:prstGeom prst="roundRect">
            <a:avLst>
              <a:gd name="adj" fmla="val 6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029968"/>
            <a:ext cx="49834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bi-menschensk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075688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16052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Bürgerinitiative Menschenskinder Delitzsch! e.V.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EAC4"/>
                </a:solidFill>
                <a:latin typeface="Calibri"/>
                <a:ea typeface="Calibri"/>
                <a:cs typeface="Calibri"/>
              </a:rPr>
              <a:t>www.bi-menschenskinder-delitzsch.de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5349240" cy="3520440"/>
          </a:xfrm>
          <a:prstGeom prst="roundRect">
            <a:avLst>
              <a:gd name="adj" fmla="val 6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029968"/>
            <a:ext cx="4983480" cy="2057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-mein-delitzs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286000"/>
            <a:ext cx="4023360" cy="1545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416052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Mein Delitzsch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Nächste Schritte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 startest du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5506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8191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Mathsachs am Schul-PC öffnen – oder das Tablet im WLAN.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685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49631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1460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414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Bei „Wer übt heute?“ deinen Übungsnamen wählen.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335584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7413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30098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Lehrplan-Thema wählen – und losüben.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95928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215384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33672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6052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Zu Hause (Windows): Mathsachs-Setup-x.y.z.exe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42"/>
                </a:solidFill>
                <a:latin typeface="Calibri"/>
                <a:ea typeface="Calibri"/>
                <a:cs typeface="Calibri"/>
              </a:rPr>
              <a:t>Wir hören zu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Fragen?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2011680" cy="411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4F2"/>
                </a:solidFill>
                <a:latin typeface="Calibri"/>
                <a:ea typeface="Calibri"/>
                <a:cs typeface="Calibri"/>
              </a:rPr>
              <a:t>Was unklar ist, einfach fragen – hier im Raum oder später per 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2276856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9514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22199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Kontakt: info@my-smart-home-support.de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16936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3136392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154680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08152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Autoren: Linus und Matthias Ulrich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76472"/>
            <a:ext cx="11155680" cy="749808"/>
          </a:xfrm>
          <a:prstGeom prst="roundRect">
            <a:avLst>
              <a:gd name="adj" fmla="val 12000"/>
            </a:avLst>
          </a:prstGeom>
          <a:solidFill>
            <a:srgbClr val="14325C"/>
          </a:solidFill>
          <a:ln w="12700">
            <a:solidFill>
              <a:srgbClr val="2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" y="3995928"/>
            <a:ext cx="310896" cy="310896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14216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94106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Aktuelle Version: v0.1.42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Idee oder Feedback? In der App unter Idee / Feedback – oder dieselbe Mailadresse.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Mathsachs  ·  Mathe üben nach Lehrplan  ·  v0.1.42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BB4CC"/>
                </a:solidFill>
                <a:latin typeface="Calibri"/>
                <a:ea typeface="Calibri"/>
                <a:cs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